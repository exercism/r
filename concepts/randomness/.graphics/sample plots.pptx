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C3BEDDD-F28C-4C29-AF15-21CFF07FCC3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F29294-80D6-40D4-A5C3-CDC68A7F141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5029560" y="457200"/>
            <a:ext cx="4799880" cy="5028480"/>
          </a:xfrm>
          <a:prstGeom prst="rect">
            <a:avLst/>
          </a:prstGeom>
          <a:solidFill>
            <a:srgbClr val="0000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8" name="" descr=""/>
          <p:cNvPicPr/>
          <p:nvPr/>
        </p:nvPicPr>
        <p:blipFill>
          <a:blip r:embed="rId1"/>
          <a:stretch/>
        </p:blipFill>
        <p:spPr>
          <a:xfrm>
            <a:off x="228600" y="501480"/>
            <a:ext cx="4367520" cy="4756320"/>
          </a:xfrm>
          <a:prstGeom prst="rect">
            <a:avLst/>
          </a:prstGeom>
          <a:ln w="0">
            <a:noFill/>
          </a:ln>
        </p:spPr>
      </p:pic>
      <p:pic>
        <p:nvPicPr>
          <p:cNvPr id="9" name="" descr=""/>
          <p:cNvPicPr/>
          <p:nvPr/>
        </p:nvPicPr>
        <p:blipFill>
          <a:blip r:embed="rId2"/>
          <a:stretch/>
        </p:blipFill>
        <p:spPr>
          <a:xfrm>
            <a:off x="5715000" y="914400"/>
            <a:ext cx="3737880" cy="4070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5331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2026-03-21T12:57:29Z</dcterms:created>
  <dc:creator/>
  <dc:description/>
  <dc:language>en-US</dc:language>
  <cp:lastModifiedBy/>
  <dcterms:modified xsi:type="dcterms:W3CDTF">2026-03-25T08:33:28Z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