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A6E840-37BE-48FF-BC1D-42519C326D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507E463-6D26-4350-968C-CF571064202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4800600" y="457200"/>
            <a:ext cx="4800600" cy="5029200"/>
          </a:xfrm>
          <a:prstGeom prst="rect">
            <a:avLst/>
          </a:prstGeom>
          <a:solidFill>
            <a:srgbClr val="000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" name="" descr=""/>
          <p:cNvPicPr/>
          <p:nvPr/>
        </p:nvPicPr>
        <p:blipFill>
          <a:blip r:embed="rId1"/>
          <a:stretch/>
        </p:blipFill>
        <p:spPr>
          <a:xfrm rot="21597000">
            <a:off x="5259600" y="916200"/>
            <a:ext cx="3943440" cy="4294080"/>
          </a:xfrm>
          <a:prstGeom prst="rect">
            <a:avLst/>
          </a:prstGeom>
          <a:ln w="0">
            <a:noFill/>
          </a:ln>
        </p:spPr>
      </p:pic>
      <p:pic>
        <p:nvPicPr>
          <p:cNvPr id="9" name="" descr=""/>
          <p:cNvPicPr/>
          <p:nvPr/>
        </p:nvPicPr>
        <p:blipFill>
          <a:blip r:embed="rId2"/>
          <a:stretch/>
        </p:blipFill>
        <p:spPr>
          <a:xfrm>
            <a:off x="228600" y="146880"/>
            <a:ext cx="4063680" cy="442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2026-03-21T12:57:29Z</dcterms:created>
  <dc:creator/>
  <dc:description/>
  <dc:language>en-US</dc:language>
  <cp:lastModifiedBy/>
  <dcterms:modified xsi:type="dcterms:W3CDTF">2026-03-21T13:47:02Z</dcterms:modified>
  <cp:revision>1</cp:revision>
  <dc:subject/>
  <dc:title/>
</cp:coreProperties>
</file>