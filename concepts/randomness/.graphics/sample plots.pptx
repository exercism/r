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2DFA0D-D1AD-4592-9C72-251C3AD54E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4E2B23-3882-481E-9125-D1D01A6E73D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5029560" y="457200"/>
            <a:ext cx="4800240" cy="5028840"/>
          </a:xfrm>
          <a:prstGeom prst="rect">
            <a:avLst/>
          </a:prstGeom>
          <a:solidFill>
            <a:srgbClr val="000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228600" y="685800"/>
            <a:ext cx="3737880" cy="4070520"/>
          </a:xfrm>
          <a:prstGeom prst="rect">
            <a:avLst/>
          </a:prstGeom>
          <a:ln w="0">
            <a:noFill/>
          </a:ln>
        </p:spPr>
      </p:pic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5443560" y="730080"/>
            <a:ext cx="4157640" cy="452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2026-03-21T12:57:29Z</dcterms:created>
  <dc:creator/>
  <dc:description/>
  <dc:language>en-US</dc:language>
  <cp:lastModifiedBy/>
  <dcterms:modified xsi:type="dcterms:W3CDTF">2026-03-21T15:36:26Z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