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11E9E08-CE4A-4367-8419-B041F35314B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82B70DF-9084-4DEA-AB93-9D73E22B91C1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5029560" y="457200"/>
            <a:ext cx="4799880" cy="5028480"/>
          </a:xfrm>
          <a:prstGeom prst="rect">
            <a:avLst/>
          </a:prstGeom>
          <a:solidFill>
            <a:srgbClr val="0000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7" name="" descr=""/>
          <p:cNvPicPr/>
          <p:nvPr/>
        </p:nvPicPr>
        <p:blipFill>
          <a:blip r:embed="rId1"/>
          <a:stretch/>
        </p:blipFill>
        <p:spPr>
          <a:xfrm>
            <a:off x="5443560" y="730080"/>
            <a:ext cx="4157280" cy="4527360"/>
          </a:xfrm>
          <a:prstGeom prst="rect">
            <a:avLst/>
          </a:prstGeom>
          <a:ln w="0">
            <a:noFill/>
          </a:ln>
        </p:spPr>
      </p:pic>
      <p:pic>
        <p:nvPicPr>
          <p:cNvPr id="8" name="" descr=""/>
          <p:cNvPicPr/>
          <p:nvPr/>
        </p:nvPicPr>
        <p:blipFill>
          <a:blip r:embed="rId2"/>
          <a:stretch/>
        </p:blipFill>
        <p:spPr>
          <a:xfrm>
            <a:off x="209880" y="457200"/>
            <a:ext cx="4618440" cy="5029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2026-03-21T12:57:29Z</dcterms:created>
  <dc:creator/>
  <dc:description/>
  <dc:language>en-US</dc:language>
  <cp:lastModifiedBy/>
  <dcterms:modified xsi:type="dcterms:W3CDTF">2026-03-21T16:08:19Z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